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62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" name="Image 0" descr="/home/claude/ppt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NO. PO91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Advisor Driven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Improvement Sprint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32004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12700">
            <a:solidFill>
              <a:srgbClr val="3340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166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08660" y="5117973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T193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88670" y="5732525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5166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 about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ppt/icon_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7452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Advisor scans the environment and surfaces reliability recommendations.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studies these recommendations and identifies and prioritizes the important reliability issues.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issues are fixed, and the changes are verified to confirm the system has actually improved.</a:t>
            </a:r>
            <a:endParaRPr lang="en-US" sz="16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 and dependency on resource owners are factored into every decision.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77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fewer service failures, better availability, and a more stable Azure environment.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8C1D2B"/>
          </a:solidFill>
          <a:ln/>
        </p:spPr>
      </p:sp>
      <p:pic>
        <p:nvPicPr>
          <p:cNvPr id="5" name="Image 0" descr="/home/claude/ppt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288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applications need to stay reliable and available, but issues like incorrect configurations, missing backups, or insufficient resources can get in the way. Azure Advisor surfaces these problems — but they still need to be reviewed and acted 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474720"/>
            <a:ext cx="11064240" cy="59436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4747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important reliability issues through Azure Advisor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187952"/>
            <a:ext cx="11064240" cy="59436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18795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their impact and fix them by priority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901184"/>
            <a:ext cx="11064240" cy="59436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90118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each fix actually resolved the issue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5614416"/>
            <a:ext cx="11064240" cy="594360"/>
          </a:xfrm>
          <a:prstGeom prst="roundRect">
            <a:avLst>
              <a:gd name="adj" fmla="val 7692"/>
            </a:avLst>
          </a:prstGeom>
          <a:solidFill>
            <a:srgbClr val="F3F5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561441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cost, resources, and dependency on other teams throughout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steps the team follows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886968"/>
          </a:xfrm>
          <a:prstGeom prst="roundRect">
            <a:avLst>
              <a:gd name="adj" fmla="val 5155"/>
            </a:avLst>
          </a:prstGeom>
          <a:solidFill>
            <a:srgbClr val="F3F5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025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4297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Reliability Issues — find problems Azure Advisor flags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5394960" cy="886968"/>
          </a:xfrm>
          <a:prstGeom prst="roundRect">
            <a:avLst>
              <a:gd name="adj" fmla="val 5155"/>
            </a:avLst>
          </a:prstGeom>
          <a:solidFill>
            <a:srgbClr val="F3F5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26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52928"/>
            <a:ext cx="4297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Issues — rank by impact and importance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5394960" cy="886968"/>
          </a:xfrm>
          <a:prstGeom prst="roundRect">
            <a:avLst>
              <a:gd name="adj" fmla="val 5155"/>
            </a:avLst>
          </a:prstGeom>
          <a:solidFill>
            <a:srgbClr val="F3F5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050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77056"/>
            <a:ext cx="4297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Issues — make the required configuration changes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5394960" cy="886968"/>
          </a:xfrm>
          <a:prstGeom prst="roundRect">
            <a:avLst>
              <a:gd name="adj" fmla="val 5155"/>
            </a:avLst>
          </a:prstGeom>
          <a:solidFill>
            <a:srgbClr val="F3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901184"/>
            <a:ext cx="4297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Changes — verify the issues are actually resolved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1828800"/>
            <a:ext cx="5394960" cy="886968"/>
          </a:xfrm>
          <a:prstGeom prst="roundRect">
            <a:avLst>
              <a:gd name="adj" fmla="val 5155"/>
            </a:avLst>
          </a:prstGeom>
          <a:solidFill>
            <a:srgbClr val="F3F5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20025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1828800"/>
            <a:ext cx="4297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Documentation — record issues, changes, and results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2852928"/>
            <a:ext cx="5394960" cy="886968"/>
          </a:xfrm>
          <a:prstGeom prst="roundRect">
            <a:avLst>
              <a:gd name="adj" fmla="val 5155"/>
            </a:avLst>
          </a:prstGeom>
          <a:solidFill>
            <a:srgbClr val="F3F5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3026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852928"/>
            <a:ext cx="4297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Cost — keep improvements within budget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3877056"/>
            <a:ext cx="5394960" cy="886968"/>
          </a:xfrm>
          <a:prstGeom prst="roundRect">
            <a:avLst>
              <a:gd name="adj" fmla="val 5155"/>
            </a:avLst>
          </a:prstGeom>
          <a:solidFill>
            <a:srgbClr val="F3F5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4050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877056"/>
            <a:ext cx="4297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Dependencies — track items needing owner approval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must do</a:t>
            </a:r>
            <a:endParaRPr lang="en-US" sz="3000" dirty="0"/>
          </a:p>
        </p:txBody>
      </p:sp>
      <p:pic>
        <p:nvPicPr>
          <p:cNvPr id="4" name="Image 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01952"/>
            <a:ext cx="31089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" y="184708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293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737360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reliability issues using Azure Advisor</a:t>
            </a:r>
            <a:endParaRPr lang="en-US" sz="1300" dirty="0"/>
          </a:p>
        </p:txBody>
      </p:sp>
      <p:pic>
        <p:nvPicPr>
          <p:cNvPr id="8" name="Image 2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310896" cy="31089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93776" y="28712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3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953512"/>
            <a:ext cx="256032" cy="25603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276148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prioritize identified issues by importance</a:t>
            </a:r>
            <a:endParaRPr lang="en-US" sz="1300" dirty="0"/>
          </a:p>
        </p:txBody>
      </p:sp>
      <p:pic>
        <p:nvPicPr>
          <p:cNvPr id="12" name="Image 4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0208"/>
            <a:ext cx="310896" cy="310896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93776" y="38953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5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977640"/>
            <a:ext cx="256032" cy="25603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143000" y="3785616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high-priority issues</a:t>
            </a:r>
            <a:endParaRPr lang="en-US" sz="1300" dirty="0"/>
          </a:p>
        </p:txBody>
      </p:sp>
      <p:pic>
        <p:nvPicPr>
          <p:cNvPr id="16" name="Image 6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74336"/>
            <a:ext cx="310896" cy="310896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93776" y="491947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7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01768"/>
            <a:ext cx="256032" cy="256032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143000" y="4809744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issue's status: pending, in progress, or completed</a:t>
            </a:r>
            <a:endParaRPr lang="en-US" sz="1300" dirty="0"/>
          </a:p>
        </p:txBody>
      </p:sp>
      <p:pic>
        <p:nvPicPr>
          <p:cNvPr id="20" name="Image 8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01952"/>
            <a:ext cx="310896" cy="310896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6254496" y="184708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9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929384"/>
            <a:ext cx="256032" cy="256032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6903720" y="1737360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issue is solved after changes are made</a:t>
            </a:r>
            <a:endParaRPr lang="en-US" sz="1300" dirty="0"/>
          </a:p>
        </p:txBody>
      </p:sp>
      <p:pic>
        <p:nvPicPr>
          <p:cNvPr id="24" name="Image 1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310896" cy="310896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6254496" y="28712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11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953512"/>
            <a:ext cx="256032" cy="256032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6903720" y="2761488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work done and results for future reference</a:t>
            </a:r>
            <a:endParaRPr lang="en-US" sz="1300" dirty="0"/>
          </a:p>
        </p:txBody>
      </p:sp>
      <p:pic>
        <p:nvPicPr>
          <p:cNvPr id="28" name="Image 12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50208"/>
            <a:ext cx="310896" cy="310896"/>
          </a:xfrm>
          <a:prstGeom prst="rect">
            <a:avLst/>
          </a:prstGeom>
        </p:spPr>
      </p:pic>
      <p:sp>
        <p:nvSpPr>
          <p:cNvPr id="29" name="Shape 14"/>
          <p:cNvSpPr/>
          <p:nvPr/>
        </p:nvSpPr>
        <p:spPr>
          <a:xfrm>
            <a:off x="6254496" y="389534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13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3977640"/>
            <a:ext cx="256032" cy="256032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6903720" y="3785616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cost and owner dependency before major changes</a:t>
            </a:r>
            <a:endParaRPr lang="en-US" sz="1300" dirty="0"/>
          </a:p>
        </p:txBody>
      </p:sp>
      <p:sp>
        <p:nvSpPr>
          <p:cNvPr id="32" name="Text 1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attributes the solution must meet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3F5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75688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E2761"/>
          </a:solidFill>
          <a:ln/>
        </p:spPr>
      </p:sp>
      <p:pic>
        <p:nvPicPr>
          <p:cNvPr id="6" name="Image 0" descr="/home/claude/ppt/icon_shiel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128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7706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81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services work smoothly, with fewer failures.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3F5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075688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E2761"/>
          </a:solidFill>
          <a:ln/>
        </p:spPr>
      </p:sp>
      <p:pic>
        <p:nvPicPr>
          <p:cNvPr id="11" name="Image 1" descr="/home/claude/ppt/icon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21284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7706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3081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resources are managed safely.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3F5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0184" y="2075688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E2761"/>
          </a:solidFill>
          <a:ln/>
        </p:spPr>
      </p:sp>
      <p:pic>
        <p:nvPicPr>
          <p:cNvPr id="16" name="Image 2" descr="/home/claude/ppt/icon_tachome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21284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0184" y="27706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3081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should not reduce application performance.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3F5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995928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E2761"/>
          </a:solidFill>
          <a:ln/>
        </p:spPr>
      </p:sp>
      <p:pic>
        <p:nvPicPr>
          <p:cNvPr id="21" name="Image 3" descr="/home/claude/ppt/icon_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3308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690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001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works across different Azure resources.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7947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3F5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3995928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E2761"/>
          </a:solidFill>
          <a:ln/>
        </p:spPr>
      </p:sp>
      <p:pic>
        <p:nvPicPr>
          <p:cNvPr id="26" name="Image 4" descr="/home/claude/ppt/icon_doll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13308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53712" y="4690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53712" y="5001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made without unnecessary cost increase.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37947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3F5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0184" y="3995928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1E2761"/>
          </a:solidFill>
          <a:ln/>
        </p:spPr>
      </p:sp>
      <p:pic>
        <p:nvPicPr>
          <p:cNvPr id="31" name="Image 5" descr="/home/claude/ppt/icon_wren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413308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30184" y="46908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330184" y="5001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easy to understand and maintain later.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pic>
        <p:nvPicPr>
          <p:cNvPr id="4" name="Image 0" descr="/home/claude/ppt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58952"/>
            <a:ext cx="493776" cy="4937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T193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320040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3200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Rupa Rajyalakshmi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320040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3200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069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Nagendra Vara Prasad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09360" y="406908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4069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 Reddy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No. PO91 · Operations · Reliability Improvement Sprint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525921-B4E1-29A4-69F3-7DC3D497C88A}"/>
              </a:ext>
            </a:extLst>
          </p:cNvPr>
          <p:cNvSpPr/>
          <p:nvPr/>
        </p:nvSpPr>
        <p:spPr>
          <a:xfrm>
            <a:off x="3246120" y="662940"/>
            <a:ext cx="539309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412</Words>
  <Application>Microsoft Office PowerPoint</Application>
  <PresentationFormat>Widescreen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Tejaswi Kolamudi</cp:lastModifiedBy>
  <cp:revision>3</cp:revision>
  <dcterms:created xsi:type="dcterms:W3CDTF">2026-09-27T03:32:03Z</dcterms:created>
  <dcterms:modified xsi:type="dcterms:W3CDTF">2026-09-27T03:41:41Z</dcterms:modified>
</cp:coreProperties>
</file>